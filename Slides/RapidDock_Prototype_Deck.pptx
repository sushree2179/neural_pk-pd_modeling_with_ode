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RapidDock Paper-Aligned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Copy-paste-ready technical deck | structure-aware PK-PD 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Motivation and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QSAR-only approaches miss explicit 3D geometry.</a:t>
            </a:r>
          </a:p>
          <a:p>
            <a:pPr>
              <a:defRPr sz="2000"/>
            </a:pPr>
            <a:r>
              <a:t>Docking outputs are often disconnected from downstream PK-PD models.</a:t>
            </a:r>
          </a:p>
          <a:p>
            <a:pPr>
              <a:defRPr sz="2000"/>
            </a:pPr>
            <a:r>
              <a:t>Need an interpretable structure -&gt; binding -&gt; PK-PD bridge.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End-to-End Pipeline Diagram</a:t>
            </a:r>
          </a:p>
        </p:txBody>
      </p:sp>
      <p:pic>
        <p:nvPicPr>
          <p:cNvPr id="3" name="Picture 2" descr="rapiddock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2665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Pipeline from SMILES and PDB pocket context to PK-PD feature augmentation.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 Sources and Assumptions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060704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In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Why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Ligand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ChEMBL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Real medicinal chemistry input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Ligand 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RDKit MMFF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Fast reproducible geometry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Protein pocket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RCSB PDB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Real if mapped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Target-aware context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Protein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Keep prototype runnable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Distance-Biased Transformer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Attention score = QK^T/sqrt(d_h) - alpha * D_joint.</a:t>
            </a:r>
          </a:p>
          <a:p>
            <a:pPr>
              <a:defRPr sz="2000"/>
            </a:pPr>
            <a:r>
              <a:t>Distance bias encourages local geometric interactions.</a:t>
            </a:r>
          </a:p>
          <a:p>
            <a:pPr>
              <a:defRPr sz="2000"/>
            </a:pPr>
            <a:r>
              <a:t>Model predicts ligand-ligand and ligand-protein squared distances.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Architecture Blocks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1060704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Token projection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lig/prot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Linear + type embed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Unify modalities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DB-MHA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tokens + D_joint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distance-biased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context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Geometry-aware mixing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context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MLP + 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refined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Nonlinear transformation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Distance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lig/prot token slices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squared distance 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D_LL^2, D_LP^2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Stable targets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Architecture Diagram</a:t>
            </a:r>
          </a:p>
        </p:txBody>
      </p:sp>
      <p:pic>
        <p:nvPicPr>
          <p:cNvPr id="3" name="Picture 2" descr="rapiddoc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40341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Joint token encoder with distance-biased transformer blocks and dual distance heads.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Symmetry-Aware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Repeated atom types create equivalent index permutations.</a:t>
            </a:r>
          </a:p>
          <a:p>
            <a:pPr>
              <a:defRPr sz="2000"/>
            </a:pPr>
            <a:r>
              <a:t>Evaluate candidate permutations and select minimum loss.</a:t>
            </a:r>
          </a:p>
          <a:p>
            <a:pPr>
              <a:defRPr sz="2000"/>
            </a:pPr>
            <a:r>
              <a:t>Backprop only on best permutation to respect molecular symmetry.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Training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8392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Setting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Adam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LR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CosineAnnealingLR (1e-3 to 1e-5)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Gradient clipping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validation loss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Reconstruction Objective (L-BFGS)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Reconstruct ligand coordinates from predicted distances and fixed protein points.</a:t>
            </a:r>
          </a:p>
          <a:p>
            <a:pPr>
              <a:defRPr sz="2000"/>
            </a:pPr>
            <a:r>
              <a:t>Optimize coordinate set to match D_LL and D_LP under robust distance objective.</a:t>
            </a:r>
          </a:p>
          <a:p>
            <a:pPr>
              <a:defRPr sz="2000"/>
            </a:pPr>
            <a:r>
              <a:t>Evaluate with raw RMSD and Kabsch-aligned RMSD.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Reconstruction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32588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Use</a:t>
                      </a:r>
                    </a:p>
                  </a:txBody>
                  <a:tcPr/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Raw RMSD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Direct coordinate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Absolute geometric fit</a:t>
                      </a:r>
                    </a:p>
                  </a:txBody>
                  <a:tcPr/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Kabsch RMSD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Alignment-invariant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Shape fidelity</a:t>
                      </a:r>
                    </a:p>
                  </a:txBody>
                  <a:tcPr/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CDF thresholds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Fraction below 1/2/3A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distribution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Training Curve (Runtime)</a:t>
            </a:r>
          </a:p>
        </p:txBody>
      </p:sp>
      <p:pic>
        <p:nvPicPr>
          <p:cNvPr id="3" name="Picture 2" descr="rapiddock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5751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Training and validation distance-squared MSE across epochs.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Ligand Reconstruction Scatter (Runtime)</a:t>
            </a:r>
          </a:p>
        </p:txBody>
      </p:sp>
      <p:pic>
        <p:nvPicPr>
          <p:cNvPr id="3" name="Picture 2" descr="rapiddock_rec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103192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3D comparison of true ligand coordinates and reconstructed coordinates.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RMSD Histogram and CDF (Runtime)</a:t>
            </a:r>
          </a:p>
        </p:txBody>
      </p:sp>
      <p:pic>
        <p:nvPicPr>
          <p:cNvPr id="3" name="Picture 2" descr="rapiddock_rmsd_hist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33340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Distribution-level reconstruction quality using Kabsch-aligned RMSD.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Structure-to-Binding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docking_score = mean predicted ligand-protein distance.</a:t>
            </a:r>
          </a:p>
          <a:p>
            <a:pPr>
              <a:defRPr sz="2000"/>
            </a:pPr>
            <a:r>
              <a:t>docking_quality = -docking_score for higher-is-better interpretation.</a:t>
            </a:r>
          </a:p>
          <a:p>
            <a:pPr>
              <a:defRPr sz="2000"/>
            </a:pPr>
            <a:r>
              <a:t>Correlate docking score with measured pChEMBL globally and per-target.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Bridge Dataset Schema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8392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Direction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target_chembl_id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Target 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categorical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pchembl_value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Measured affinity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higher is better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docking_score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Mean predicted L-P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lower is better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docking_quality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-docking_score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higher is better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real_pocket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PDB-backed context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boolean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Bridge Correlation Plot (Runtime)</a:t>
            </a:r>
          </a:p>
        </p:txBody>
      </p:sp>
      <p:pic>
        <p:nvPicPr>
          <p:cNvPr id="3" name="Picture 2" descr="rapiddock_bridg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7243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Docking score versus pChEMBL with per-target visual separation.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Per-Target Correlation Plot (Runtime)</a:t>
            </a:r>
          </a:p>
        </p:txBody>
      </p:sp>
      <p:pic>
        <p:nvPicPr>
          <p:cNvPr id="3" name="Picture 2" descr="rapiddock_per_target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4464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Target-level Pearson correlation summary for structure-to-binding signal.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PK-PD Integration Diagram</a:t>
            </a:r>
          </a:p>
        </p:txBody>
      </p:sp>
      <p:pic>
        <p:nvPicPr>
          <p:cNvPr id="3" name="Picture 2" descr="rapiddock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241280" cy="30488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52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Bridge from predicted geometric signal to binding and downstream PK-PD model features.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 and Upgrade Path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060704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Upgrade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Protein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Random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Missing residue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ESM-2 embeddings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Pose realism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Conformer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Geometry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Vina/DiffDock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Atom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simple one-hot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 chemistry richness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richer atom features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lightweight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underfitting complex regimes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larger model/training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Prototype preserves core RapidDock geometry-learning ideas.</a:t>
            </a:r>
          </a:p>
          <a:p>
            <a:pPr>
              <a:defRPr sz="2000"/>
            </a:pPr>
            <a:r>
              <a:t>Produces actionable bridge artifact: structure_binding_pkpd_bridge.csv.</a:t>
            </a:r>
          </a:p>
          <a:p>
            <a:pPr>
              <a:defRPr sz="2000"/>
            </a:pPr>
            <a:r>
              <a:t>Enables structure-informed features for downstream Neural ODE PK-PD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